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23" r:id="rId12"/>
    <p:sldId id="317" r:id="rId13"/>
    <p:sldId id="318" r:id="rId14"/>
    <p:sldId id="319" r:id="rId15"/>
    <p:sldId id="321" r:id="rId16"/>
    <p:sldId id="322" r:id="rId17"/>
    <p:sldId id="297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105" d="100"/>
          <a:sy n="105" d="100"/>
        </p:scale>
        <p:origin x="834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hyperlink" Target="https://github.com/krishnaramanuj126423/PHP_projec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317D13-93B1-F20A-3414-F659A08D6A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Sports Store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Yuvrajsinh Chudasama 	  :- 	92400527132</a:t>
            </a:r>
          </a:p>
          <a:p>
            <a:r>
              <a:rPr lang="en-US" dirty="0"/>
              <a:t>Krishna Ramanuj 	  :-	92400527125</a:t>
            </a:r>
          </a:p>
          <a:p>
            <a:r>
              <a:rPr lang="en-US" dirty="0" err="1"/>
              <a:t>Tirthkumar</a:t>
            </a:r>
            <a:r>
              <a:rPr lang="en-US" dirty="0"/>
              <a:t> Patel 	  :-	92400527100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3290F5-DA50-1CF9-1977-E5AF9334A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Manual inventory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Difficulty tracking stock levels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Slow and error-prone billing process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Lack of customer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Time-consuming report generation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Need for digital 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Manage sports equipment and accessories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Inventory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&amp; Billing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Customer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Secure Admin Login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Report 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pPr lvl="0"/>
            <a:r>
              <a:rPr lang="en-IN" dirty="0"/>
              <a:t>Automate shop operations </a:t>
            </a:r>
          </a:p>
          <a:p>
            <a:pPr lvl="0"/>
            <a:r>
              <a:rPr lang="en-IN" dirty="0"/>
              <a:t>Reduce manual paperwork </a:t>
            </a:r>
          </a:p>
          <a:p>
            <a:pPr lvl="0"/>
            <a:r>
              <a:rPr lang="en-IN" dirty="0"/>
              <a:t>Improve billing accuracy </a:t>
            </a:r>
          </a:p>
          <a:p>
            <a:pPr lvl="0"/>
            <a:r>
              <a:rPr lang="en-IN" dirty="0"/>
              <a:t>Maintain inventory records </a:t>
            </a:r>
          </a:p>
          <a:p>
            <a:pPr lvl="0"/>
            <a:r>
              <a:rPr lang="en-IN" dirty="0"/>
              <a:t>Generate sales reports </a:t>
            </a:r>
          </a:p>
          <a:p>
            <a:pPr lvl="0"/>
            <a:r>
              <a:rPr lang="en-IN" dirty="0"/>
              <a:t>Enhance user experience </a:t>
            </a: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777240"/>
            <a:ext cx="7965461" cy="1274198"/>
          </a:xfrm>
        </p:spPr>
        <p:txBody>
          <a:bodyPr/>
          <a:lstStyle/>
          <a:p>
            <a:r>
              <a:rPr lang="en-IN" dirty="0"/>
              <a:t>Server Requirements &amp; Technology Stack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dirty="0"/>
              <a:t>Frontend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HTML5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CSS3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Bootstrap 5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/>
              <a:t>JavaScript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dirty="0"/>
              <a:t>Backend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PHP 8.x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832104"/>
            <a:ext cx="7965461" cy="1219334"/>
          </a:xfrm>
        </p:spPr>
        <p:txBody>
          <a:bodyPr/>
          <a:lstStyle/>
          <a:p>
            <a:r>
              <a:rPr lang="en-IN" dirty="0"/>
              <a:t>Server Requirements &amp; Technology Stack</a:t>
            </a:r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dirty="0"/>
              <a:t>Database</a:t>
            </a:r>
            <a:endParaRPr lang="en-IN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MySQL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phpMyAdmin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dirty="0"/>
              <a:t>Development Tools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err="1"/>
              <a:t>Laragon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Visual Studio Code 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405C5-651F-11D6-8E17-16646708F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221656"/>
            <a:ext cx="6583680" cy="320734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err="1"/>
              <a:t>Github</a:t>
            </a:r>
            <a:r>
              <a:rPr lang="en-US" dirty="0"/>
              <a:t> :-</a:t>
            </a:r>
          </a:p>
          <a:p>
            <a:pPr marL="690372" lvl="1" indent="-342900">
              <a:buFont typeface="Wingdings" panose="05000000000000000000" pitchFamily="2" charset="2"/>
              <a:buChar char="Ø"/>
            </a:pPr>
            <a:r>
              <a:rPr lang="en-US" dirty="0"/>
              <a:t>Repository Link :-</a:t>
            </a:r>
          </a:p>
          <a:p>
            <a:pPr lvl="1" indent="0">
              <a:buNone/>
            </a:pPr>
            <a:r>
              <a:rPr lang="en-US" dirty="0">
                <a:hlinkClick r:id="rId2"/>
              </a:rPr>
              <a:t>https://github.com/krishnaramanuj126423/PHP_project</a:t>
            </a:r>
            <a:endParaRPr lang="en-US" dirty="0"/>
          </a:p>
          <a:p>
            <a:pPr lvl="1" indent="0">
              <a:buNone/>
            </a:pPr>
            <a:endParaRPr lang="en-US" dirty="0"/>
          </a:p>
          <a:p>
            <a:pPr lvl="1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35765-FFAC-4F61-08C8-21EFB236F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8E2602-7847-7D38-378E-67102EBB9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1901952"/>
            <a:ext cx="7808976" cy="480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1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E99EB61-5DCF-878D-5879-1157FC425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852689"/>
              </p:ext>
            </p:extLst>
          </p:nvPr>
        </p:nvGraphicFramePr>
        <p:xfrm>
          <a:off x="914400" y="2807208"/>
          <a:ext cx="6583362" cy="2802807"/>
        </p:xfrm>
        <a:graphic>
          <a:graphicData uri="http://schemas.openxmlformats.org/drawingml/2006/table">
            <a:tbl>
              <a:tblPr/>
              <a:tblGrid>
                <a:gridCol w="3291681">
                  <a:extLst>
                    <a:ext uri="{9D8B030D-6E8A-4147-A177-3AD203B41FA5}">
                      <a16:colId xmlns:a16="http://schemas.microsoft.com/office/drawing/2014/main" val="3094290450"/>
                    </a:ext>
                  </a:extLst>
                </a:gridCol>
                <a:gridCol w="3291681">
                  <a:extLst>
                    <a:ext uri="{9D8B030D-6E8A-4147-A177-3AD203B41FA5}">
                      <a16:colId xmlns:a16="http://schemas.microsoft.com/office/drawing/2014/main" val="1368249270"/>
                    </a:ext>
                  </a:extLst>
                </a:gridCol>
              </a:tblGrid>
              <a:tr h="40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  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821684"/>
                  </a:ext>
                </a:extLst>
              </a:tr>
              <a:tr h="40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administrator details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702589"/>
                  </a:ext>
                </a:extLst>
              </a:tr>
              <a:tr h="40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customer information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414286"/>
                  </a:ext>
                </a:extLst>
              </a:tr>
              <a:tr h="40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categories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41099"/>
                  </a:ext>
                </a:extLst>
              </a:tr>
              <a:tr h="40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Sports products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360749"/>
                  </a:ext>
                </a:extLst>
              </a:tr>
              <a:tr h="40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Orders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orders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400413"/>
                  </a:ext>
                </a:extLst>
              </a:tr>
              <a:tr h="40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Details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Ordered products</a:t>
                      </a:r>
                    </a:p>
                  </a:txBody>
                  <a:tcPr marL="56412" marR="56412" marT="28206" marB="282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94959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943546"/>
            <a:ext cx="7965461" cy="994164"/>
          </a:xfrm>
        </p:spPr>
        <p:txBody>
          <a:bodyPr/>
          <a:lstStyle/>
          <a:p>
            <a:r>
              <a:rPr lang="en-US" dirty="0"/>
              <a:t>ER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ED48AE9-FC2C-2CBA-C1BD-F49CFB7266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53703" y="1963422"/>
            <a:ext cx="5549249" cy="395103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F87D39-6DEB-151E-56E3-030F4580519F}"/>
              </a:ext>
            </a:extLst>
          </p:cNvPr>
          <p:cNvSpPr txBox="1"/>
          <p:nvPr/>
        </p:nvSpPr>
        <p:spPr>
          <a:xfrm>
            <a:off x="4087368" y="6208776"/>
            <a:ext cx="3712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diagrams are created with the help from AI.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981" y="270890"/>
            <a:ext cx="7965461" cy="994164"/>
          </a:xfrm>
        </p:spPr>
        <p:txBody>
          <a:bodyPr/>
          <a:lstStyle/>
          <a:p>
            <a:r>
              <a:rPr lang="en-US" dirty="0"/>
              <a:t>DFD Diagram – Level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DF5050-9014-D3D9-B44C-4DB5537651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534156" y="1265054"/>
            <a:ext cx="7841578" cy="48854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B135DE-6802-984F-6C27-0A229964498B}"/>
              </a:ext>
            </a:extLst>
          </p:cNvPr>
          <p:cNvSpPr txBox="1"/>
          <p:nvPr/>
        </p:nvSpPr>
        <p:spPr>
          <a:xfrm>
            <a:off x="3703320" y="6248748"/>
            <a:ext cx="3749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diagrams are created with the help from AI.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IN" dirty="0"/>
              <a:t>Challenges 	   			Learning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Database Design </a:t>
            </a:r>
          </a:p>
          <a:p>
            <a:pPr lvl="0"/>
            <a:r>
              <a:rPr lang="en-IN" dirty="0"/>
              <a:t>Session Management </a:t>
            </a:r>
          </a:p>
          <a:p>
            <a:pPr lvl="0"/>
            <a:r>
              <a:rPr lang="en-IN" dirty="0"/>
              <a:t>Billing Logic </a:t>
            </a:r>
          </a:p>
          <a:p>
            <a:pPr lvl="0"/>
            <a:r>
              <a:rPr lang="en-IN" dirty="0"/>
              <a:t>Responsive UI </a:t>
            </a:r>
          </a:p>
          <a:p>
            <a:pPr lvl="0"/>
            <a:r>
              <a:rPr lang="en-IN" dirty="0"/>
              <a:t>PHP &amp; MySQL Integration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pPr lvl="0"/>
            <a:r>
              <a:rPr lang="en-IN" dirty="0"/>
              <a:t>Full-stack Web Development </a:t>
            </a:r>
          </a:p>
          <a:p>
            <a:pPr lvl="0"/>
            <a:r>
              <a:rPr lang="en-IN" dirty="0"/>
              <a:t>Database Management </a:t>
            </a:r>
          </a:p>
          <a:p>
            <a:pPr lvl="0"/>
            <a:r>
              <a:rPr lang="en-IN" dirty="0"/>
              <a:t>Bootstrap Framework </a:t>
            </a:r>
          </a:p>
          <a:p>
            <a:pPr lvl="0"/>
            <a:r>
              <a:rPr lang="en-IN" dirty="0"/>
              <a:t>SQL Queries </a:t>
            </a:r>
          </a:p>
          <a:p>
            <a:pPr lvl="0"/>
            <a:r>
              <a:rPr lang="en-IN" dirty="0"/>
              <a:t>Authentication System </a:t>
            </a:r>
          </a:p>
          <a:p>
            <a:pPr lvl="0"/>
            <a:r>
              <a:rPr lang="en-IN" dirty="0"/>
              <a:t>Problem Solving Skills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42290"/>
            <a:ext cx="6583680" cy="1531357"/>
          </a:xfrm>
        </p:spPr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A413F17-2F6B-1A86-97FA-F13C5160D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1189" y="2737352"/>
            <a:ext cx="3476625" cy="2600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ADE7E-B8B6-F69A-E592-06280FCE7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604" y="1822952"/>
            <a:ext cx="2686050" cy="3514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916909-EE7A-D413-2BDD-9B8CE567C528}"/>
              </a:ext>
            </a:extLst>
          </p:cNvPr>
          <p:cNvSpPr txBox="1"/>
          <p:nvPr/>
        </p:nvSpPr>
        <p:spPr>
          <a:xfrm>
            <a:off x="996696" y="5806440"/>
            <a:ext cx="5099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for the reference purpose only from different website.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{334FA299-A880-4717-85E0-34A3ADDCEDFB}TF8a9b5915-b8c7-461e-8cdd-693d48b5e32371f7b7e2_win32-4bf0b9a2ea37</Template>
  <TotalTime>218</TotalTime>
  <Words>246</Words>
  <Application>Microsoft Office PowerPoint</Application>
  <PresentationFormat>Widescreen</PresentationFormat>
  <Paragraphs>90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Sports Store Management System</vt:lpstr>
      <vt:lpstr>Group Members</vt:lpstr>
      <vt:lpstr>Problem Statement</vt:lpstr>
      <vt:lpstr>Proposed Solution</vt:lpstr>
      <vt:lpstr>Objectives</vt:lpstr>
      <vt:lpstr>Server Requirements &amp; Technology Stack</vt:lpstr>
      <vt:lpstr>Server Requirements &amp; Technology Stack</vt:lpstr>
      <vt:lpstr>PowerPoint Presentation</vt:lpstr>
      <vt:lpstr>Tables </vt:lpstr>
      <vt:lpstr>ER Diagram</vt:lpstr>
      <vt:lpstr>DFD Diagram – Level 1</vt:lpstr>
      <vt:lpstr>Challenges        Learning</vt:lpstr>
      <vt:lpstr>References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Yuvrajsinh Chudasama</dc:creator>
  <cp:lastModifiedBy>Yuvrajsinh Chudasama</cp:lastModifiedBy>
  <cp:revision>4</cp:revision>
  <dcterms:created xsi:type="dcterms:W3CDTF">2026-08-04T13:37:49Z</dcterms:created>
  <dcterms:modified xsi:type="dcterms:W3CDTF">2026-08-04T17:16:14Z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